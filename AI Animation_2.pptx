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8" r:id="rId2"/>
  </p:sldIdLst>
  <p:sldSz cx="8999538" cy="8967788"/>
  <p:notesSz cx="6858000" cy="9144000"/>
  <p:defaultTextStyle>
    <a:defPPr>
      <a:defRPr lang="en-US"/>
    </a:defPPr>
    <a:lvl1pPr marL="0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1pPr>
    <a:lvl2pPr marL="336241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2pPr>
    <a:lvl3pPr marL="672482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3pPr>
    <a:lvl4pPr marL="1008724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4pPr>
    <a:lvl5pPr marL="1344964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5pPr>
    <a:lvl6pPr marL="1681205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6pPr>
    <a:lvl7pPr marL="2017447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7pPr>
    <a:lvl8pPr marL="2353688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8pPr>
    <a:lvl9pPr marL="2689929" algn="l" defTabSz="672482" rtl="0" eaLnBrk="1" latinLnBrk="0" hangingPunct="1">
      <a:defRPr sz="132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B1C9"/>
    <a:srgbClr val="9EA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9" autoAdjust="0"/>
    <p:restoredTop sz="94660"/>
  </p:normalViewPr>
  <p:slideViewPr>
    <p:cSldViewPr snapToGrid="0">
      <p:cViewPr varScale="1">
        <p:scale>
          <a:sx n="68" d="100"/>
          <a:sy n="68" d="100"/>
        </p:scale>
        <p:origin x="154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4966" y="1467645"/>
            <a:ext cx="7649607" cy="3122119"/>
          </a:xfrm>
        </p:spPr>
        <p:txBody>
          <a:bodyPr anchor="b"/>
          <a:lstStyle>
            <a:lvl1pPr algn="ctr">
              <a:defRPr sz="590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4942" y="4710165"/>
            <a:ext cx="6749654" cy="2165139"/>
          </a:xfrm>
        </p:spPr>
        <p:txBody>
          <a:bodyPr/>
          <a:lstStyle>
            <a:lvl1pPr marL="0" indent="0" algn="ctr">
              <a:buNone/>
              <a:defRPr sz="2362"/>
            </a:lvl1pPr>
            <a:lvl2pPr marL="449976" indent="0" algn="ctr">
              <a:buNone/>
              <a:defRPr sz="1968"/>
            </a:lvl2pPr>
            <a:lvl3pPr marL="899952" indent="0" algn="ctr">
              <a:buNone/>
              <a:defRPr sz="1772"/>
            </a:lvl3pPr>
            <a:lvl4pPr marL="1349929" indent="0" algn="ctr">
              <a:buNone/>
              <a:defRPr sz="1575"/>
            </a:lvl4pPr>
            <a:lvl5pPr marL="1799905" indent="0" algn="ctr">
              <a:buNone/>
              <a:defRPr sz="1575"/>
            </a:lvl5pPr>
            <a:lvl6pPr marL="2249881" indent="0" algn="ctr">
              <a:buNone/>
              <a:defRPr sz="1575"/>
            </a:lvl6pPr>
            <a:lvl7pPr marL="2699857" indent="0" algn="ctr">
              <a:buNone/>
              <a:defRPr sz="1575"/>
            </a:lvl7pPr>
            <a:lvl8pPr marL="3149834" indent="0" algn="ctr">
              <a:buNone/>
              <a:defRPr sz="1575"/>
            </a:lvl8pPr>
            <a:lvl9pPr marL="3599810" indent="0" algn="ctr">
              <a:buNone/>
              <a:defRPr sz="157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59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3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31" y="2235722"/>
            <a:ext cx="7762102" cy="3730350"/>
          </a:xfrm>
        </p:spPr>
        <p:txBody>
          <a:bodyPr anchor="b"/>
          <a:lstStyle>
            <a:lvl1pPr>
              <a:defRPr sz="5905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4031" y="6001363"/>
            <a:ext cx="7762102" cy="1961703"/>
          </a:xfrm>
        </p:spPr>
        <p:txBody>
          <a:bodyPr/>
          <a:lstStyle>
            <a:lvl1pPr marL="0" indent="0">
              <a:buNone/>
              <a:defRPr sz="2362">
                <a:solidFill>
                  <a:schemeClr val="tx1"/>
                </a:solidFill>
              </a:defRPr>
            </a:lvl1pPr>
            <a:lvl2pPr marL="449976" indent="0">
              <a:buNone/>
              <a:defRPr sz="1968">
                <a:solidFill>
                  <a:schemeClr val="tx1">
                    <a:tint val="75000"/>
                  </a:schemeClr>
                </a:solidFill>
              </a:defRPr>
            </a:lvl2pPr>
            <a:lvl3pPr marL="899952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3pPr>
            <a:lvl4pPr marL="1349929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4pPr>
            <a:lvl5pPr marL="179990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5pPr>
            <a:lvl6pPr marL="2249881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6pPr>
            <a:lvl7pPr marL="2699857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7pPr>
            <a:lvl8pPr marL="314983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8pPr>
            <a:lvl9pPr marL="3599810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4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8718" y="2387258"/>
            <a:ext cx="3824804" cy="56899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6016" y="2387258"/>
            <a:ext cx="3824804" cy="56899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0" y="477454"/>
            <a:ext cx="7762102" cy="173335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9891" y="2198354"/>
            <a:ext cx="3807226" cy="1077379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891" y="3275734"/>
            <a:ext cx="3807226" cy="48181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6017" y="2198354"/>
            <a:ext cx="3825976" cy="1077379"/>
          </a:xfrm>
        </p:spPr>
        <p:txBody>
          <a:bodyPr anchor="b"/>
          <a:lstStyle>
            <a:lvl1pPr marL="0" indent="0">
              <a:buNone/>
              <a:defRPr sz="2362" b="1"/>
            </a:lvl1pPr>
            <a:lvl2pPr marL="449976" indent="0">
              <a:buNone/>
              <a:defRPr sz="1968" b="1"/>
            </a:lvl2pPr>
            <a:lvl3pPr marL="899952" indent="0">
              <a:buNone/>
              <a:defRPr sz="1772" b="1"/>
            </a:lvl3pPr>
            <a:lvl4pPr marL="1349929" indent="0">
              <a:buNone/>
              <a:defRPr sz="1575" b="1"/>
            </a:lvl4pPr>
            <a:lvl5pPr marL="1799905" indent="0">
              <a:buNone/>
              <a:defRPr sz="1575" b="1"/>
            </a:lvl5pPr>
            <a:lvl6pPr marL="2249881" indent="0">
              <a:buNone/>
              <a:defRPr sz="1575" b="1"/>
            </a:lvl6pPr>
            <a:lvl7pPr marL="2699857" indent="0">
              <a:buNone/>
              <a:defRPr sz="1575" b="1"/>
            </a:lvl7pPr>
            <a:lvl8pPr marL="3149834" indent="0">
              <a:buNone/>
              <a:defRPr sz="1575" b="1"/>
            </a:lvl8pPr>
            <a:lvl9pPr marL="3599810" indent="0">
              <a:buNone/>
              <a:defRPr sz="157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6017" y="3275734"/>
            <a:ext cx="3825976" cy="481811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5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3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4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7852"/>
            <a:ext cx="2902585" cy="2092484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976" y="1291197"/>
            <a:ext cx="4556016" cy="6372942"/>
          </a:xfrm>
        </p:spPr>
        <p:txBody>
          <a:bodyPr/>
          <a:lstStyle>
            <a:lvl1pPr>
              <a:defRPr sz="3149"/>
            </a:lvl1pPr>
            <a:lvl2pPr>
              <a:defRPr sz="2756"/>
            </a:lvl2pPr>
            <a:lvl3pPr>
              <a:defRPr sz="2362"/>
            </a:lvl3pPr>
            <a:lvl4pPr>
              <a:defRPr sz="1968"/>
            </a:lvl4pPr>
            <a:lvl5pPr>
              <a:defRPr sz="1968"/>
            </a:lvl5pPr>
            <a:lvl6pPr>
              <a:defRPr sz="1968"/>
            </a:lvl6pPr>
            <a:lvl7pPr>
              <a:defRPr sz="1968"/>
            </a:lvl7pPr>
            <a:lvl8pPr>
              <a:defRPr sz="1968"/>
            </a:lvl8pPr>
            <a:lvl9pPr>
              <a:defRPr sz="1968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0336"/>
            <a:ext cx="2902585" cy="4984181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8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891" y="597852"/>
            <a:ext cx="2902585" cy="2092484"/>
          </a:xfrm>
        </p:spPr>
        <p:txBody>
          <a:bodyPr anchor="b"/>
          <a:lstStyle>
            <a:lvl1pPr>
              <a:defRPr sz="314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25976" y="1291197"/>
            <a:ext cx="4556016" cy="6372942"/>
          </a:xfrm>
        </p:spPr>
        <p:txBody>
          <a:bodyPr anchor="t"/>
          <a:lstStyle>
            <a:lvl1pPr marL="0" indent="0">
              <a:buNone/>
              <a:defRPr sz="3149"/>
            </a:lvl1pPr>
            <a:lvl2pPr marL="449976" indent="0">
              <a:buNone/>
              <a:defRPr sz="2756"/>
            </a:lvl2pPr>
            <a:lvl3pPr marL="899952" indent="0">
              <a:buNone/>
              <a:defRPr sz="2362"/>
            </a:lvl3pPr>
            <a:lvl4pPr marL="1349929" indent="0">
              <a:buNone/>
              <a:defRPr sz="1968"/>
            </a:lvl4pPr>
            <a:lvl5pPr marL="1799905" indent="0">
              <a:buNone/>
              <a:defRPr sz="1968"/>
            </a:lvl5pPr>
            <a:lvl6pPr marL="2249881" indent="0">
              <a:buNone/>
              <a:defRPr sz="1968"/>
            </a:lvl6pPr>
            <a:lvl7pPr marL="2699857" indent="0">
              <a:buNone/>
              <a:defRPr sz="1968"/>
            </a:lvl7pPr>
            <a:lvl8pPr marL="3149834" indent="0">
              <a:buNone/>
              <a:defRPr sz="1968"/>
            </a:lvl8pPr>
            <a:lvl9pPr marL="3599810" indent="0">
              <a:buNone/>
              <a:defRPr sz="1968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891" y="2690336"/>
            <a:ext cx="2902585" cy="4984181"/>
          </a:xfrm>
        </p:spPr>
        <p:txBody>
          <a:bodyPr/>
          <a:lstStyle>
            <a:lvl1pPr marL="0" indent="0">
              <a:buNone/>
              <a:defRPr sz="1575"/>
            </a:lvl1pPr>
            <a:lvl2pPr marL="449976" indent="0">
              <a:buNone/>
              <a:defRPr sz="1378"/>
            </a:lvl2pPr>
            <a:lvl3pPr marL="899952" indent="0">
              <a:buNone/>
              <a:defRPr sz="1181"/>
            </a:lvl3pPr>
            <a:lvl4pPr marL="1349929" indent="0">
              <a:buNone/>
              <a:defRPr sz="984"/>
            </a:lvl4pPr>
            <a:lvl5pPr marL="1799905" indent="0">
              <a:buNone/>
              <a:defRPr sz="984"/>
            </a:lvl5pPr>
            <a:lvl6pPr marL="2249881" indent="0">
              <a:buNone/>
              <a:defRPr sz="984"/>
            </a:lvl6pPr>
            <a:lvl7pPr marL="2699857" indent="0">
              <a:buNone/>
              <a:defRPr sz="984"/>
            </a:lvl7pPr>
            <a:lvl8pPr marL="3149834" indent="0">
              <a:buNone/>
              <a:defRPr sz="984"/>
            </a:lvl8pPr>
            <a:lvl9pPr marL="3599810" indent="0">
              <a:buNone/>
              <a:defRPr sz="984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31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39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40295" y="477452"/>
            <a:ext cx="1940525" cy="759978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8719" y="477452"/>
            <a:ext cx="5709082" cy="759978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60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18" y="477454"/>
            <a:ext cx="7762102" cy="173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8718" y="2387258"/>
            <a:ext cx="7762102" cy="5689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8718" y="8311813"/>
            <a:ext cx="2024896" cy="477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64DC2-CFC6-4D54-A918-DB993280151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1097" y="8311813"/>
            <a:ext cx="3037344" cy="477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55924" y="8311813"/>
            <a:ext cx="2024896" cy="477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8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7EC512-0340-4F79-817E-B18362F74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583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99952" rtl="0" eaLnBrk="1" latinLnBrk="0" hangingPunct="1">
        <a:lnSpc>
          <a:spcPct val="90000"/>
        </a:lnSpc>
        <a:spcBef>
          <a:spcPct val="0"/>
        </a:spcBef>
        <a:buNone/>
        <a:defRPr sz="43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988" indent="-224988" algn="l" defTabSz="899952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1pPr>
      <a:lvl2pPr marL="674964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24941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968" kern="1200">
          <a:solidFill>
            <a:schemeClr val="tx1"/>
          </a:solidFill>
          <a:latin typeface="+mn-lt"/>
          <a:ea typeface="+mn-ea"/>
          <a:cs typeface="+mn-cs"/>
        </a:defRPr>
      </a:lvl3pPr>
      <a:lvl4pPr marL="1574917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2024893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474869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924846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374822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824798" indent="-224988" algn="l" defTabSz="899952" rtl="0" eaLnBrk="1" latinLnBrk="0" hangingPunct="1">
        <a:lnSpc>
          <a:spcPct val="90000"/>
        </a:lnSpc>
        <a:spcBef>
          <a:spcPts val="492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1pPr>
      <a:lvl2pPr marL="449976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2pPr>
      <a:lvl3pPr marL="899952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349929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4pPr>
      <a:lvl5pPr marL="1799905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5pPr>
      <a:lvl6pPr marL="2249881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6pPr>
      <a:lvl7pPr marL="2699857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7pPr>
      <a:lvl8pPr marL="3149834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8pPr>
      <a:lvl9pPr marL="3599810" algn="l" defTabSz="899952" rtl="0" eaLnBrk="1" latinLnBrk="0" hangingPunct="1">
        <a:defRPr sz="17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7" y="428358"/>
            <a:ext cx="8794780" cy="8794780"/>
          </a:xfrm>
          <a:prstGeom prst="rect">
            <a:avLst/>
          </a:prstGeom>
          <a:ln>
            <a:noFill/>
          </a:ln>
          <a:effectLst>
            <a:glow>
              <a:schemeClr val="accent1">
                <a:alpha val="40000"/>
              </a:schemeClr>
            </a:glow>
            <a:softEdge rad="711200"/>
          </a:effectLst>
        </p:spPr>
      </p:pic>
      <p:sp>
        <p:nvSpPr>
          <p:cNvPr id="4" name="Oval 3"/>
          <p:cNvSpPr>
            <a:spLocks noChangeAspect="1"/>
          </p:cNvSpPr>
          <p:nvPr/>
        </p:nvSpPr>
        <p:spPr>
          <a:xfrm>
            <a:off x="2249768" y="1900786"/>
            <a:ext cx="4180705" cy="4180705"/>
          </a:xfrm>
          <a:prstGeom prst="ellipse">
            <a:avLst/>
          </a:prstGeom>
          <a:noFill/>
          <a:ln w="66675" cap="flat" cmpd="sng">
            <a:solidFill>
              <a:schemeClr val="accent1">
                <a:lumMod val="50000"/>
              </a:schemeClr>
            </a:solidFill>
            <a:prstDash val="lgDash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677" tIns="44839" rIns="89677" bIns="44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99"/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2374634" y="2025651"/>
            <a:ext cx="3930977" cy="3930977"/>
          </a:xfrm>
          <a:prstGeom prst="ellipse">
            <a:avLst/>
          </a:prstGeom>
          <a:noFill/>
          <a:ln w="174625" cap="flat" cmpd="sng">
            <a:solidFill>
              <a:schemeClr val="bg1">
                <a:alpha val="56000"/>
              </a:schemeClr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677" tIns="44839" rIns="89677" bIns="44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99"/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2416994" y="2068009"/>
            <a:ext cx="3846248" cy="3846248"/>
          </a:xfrm>
          <a:prstGeom prst="ellipse">
            <a:avLst/>
          </a:prstGeom>
          <a:noFill/>
          <a:ln w="117475" cap="sq" cmpd="tri">
            <a:solidFill>
              <a:schemeClr val="tx1">
                <a:alpha val="78000"/>
              </a:schemeClr>
            </a:solidFill>
            <a:prstDash val="lgDashDot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677" tIns="44839" rIns="89677" bIns="44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99"/>
          </a:p>
        </p:txBody>
      </p:sp>
      <p:sp>
        <p:nvSpPr>
          <p:cNvPr id="3" name="Oval 2"/>
          <p:cNvSpPr>
            <a:spLocks noChangeAspect="1"/>
          </p:cNvSpPr>
          <p:nvPr/>
        </p:nvSpPr>
        <p:spPr>
          <a:xfrm>
            <a:off x="2077521" y="1728537"/>
            <a:ext cx="4525195" cy="4525195"/>
          </a:xfrm>
          <a:prstGeom prst="ellipse">
            <a:avLst/>
          </a:prstGeom>
          <a:noFill/>
          <a:ln w="206375" cap="flat" cmpd="sng">
            <a:solidFill>
              <a:srgbClr val="9DB1C9"/>
            </a:solidFill>
            <a:prstDash val="lg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677" tIns="44839" rIns="89677" bIns="448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99"/>
          </a:p>
        </p:txBody>
      </p:sp>
      <p:grpSp>
        <p:nvGrpSpPr>
          <p:cNvPr id="19" name="Group 18"/>
          <p:cNvGrpSpPr/>
          <p:nvPr/>
        </p:nvGrpSpPr>
        <p:grpSpPr>
          <a:xfrm>
            <a:off x="809491" y="460507"/>
            <a:ext cx="7061251" cy="7061251"/>
            <a:chOff x="2367532" y="2861111"/>
            <a:chExt cx="7081897" cy="7193213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14" t="14060" r="77578" b="63058"/>
            <a:stretch/>
          </p:blipFill>
          <p:spPr>
            <a:xfrm rot="18611946">
              <a:off x="3380558" y="3698918"/>
              <a:ext cx="798072" cy="720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612" t="11028" r="53501" b="66091"/>
            <a:stretch/>
          </p:blipFill>
          <p:spPr>
            <a:xfrm>
              <a:off x="5528185" y="2861111"/>
              <a:ext cx="731984" cy="750058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505" t="12681" r="30895" b="66091"/>
            <a:stretch/>
          </p:blipFill>
          <p:spPr>
            <a:xfrm>
              <a:off x="7532589" y="3581513"/>
              <a:ext cx="691948" cy="7200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475" t="15162" r="6249" b="64161"/>
            <a:stretch/>
          </p:blipFill>
          <p:spPr>
            <a:xfrm rot="4229539">
              <a:off x="8508816" y="5129824"/>
              <a:ext cx="902400" cy="72000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0" t="44661" r="75924" b="34938"/>
            <a:stretch/>
          </p:blipFill>
          <p:spPr>
            <a:xfrm rot="16992700">
              <a:off x="2366723" y="5174062"/>
              <a:ext cx="963243" cy="72000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244" t="42455" r="54237" b="34112"/>
            <a:stretch/>
          </p:blipFill>
          <p:spPr>
            <a:xfrm rot="14919007">
              <a:off x="2392944" y="6947927"/>
              <a:ext cx="669176" cy="72000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726" t="45488" r="27771" b="33008"/>
            <a:stretch/>
          </p:blipFill>
          <p:spPr>
            <a:xfrm rot="6589259">
              <a:off x="8549429" y="6995716"/>
              <a:ext cx="1079999" cy="72000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578" t="43558" r="5146" b="34663"/>
            <a:stretch/>
          </p:blipFill>
          <p:spPr>
            <a:xfrm rot="8457362">
              <a:off x="7869531" y="8443104"/>
              <a:ext cx="856708" cy="72000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54" t="72781" r="74270" b="7370"/>
            <a:stretch/>
          </p:blipFill>
          <p:spPr>
            <a:xfrm>
              <a:off x="2908817" y="8443104"/>
              <a:ext cx="1310000" cy="72000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04" t="71678" r="53685" b="6267"/>
            <a:stretch/>
          </p:blipFill>
          <p:spPr>
            <a:xfrm rot="11902421">
              <a:off x="4513421" y="9334324"/>
              <a:ext cx="882000" cy="72000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218" t="71954" r="30711" b="5992"/>
            <a:stretch/>
          </p:blipFill>
          <p:spPr>
            <a:xfrm rot="9437536">
              <a:off x="6580625" y="9267238"/>
              <a:ext cx="738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359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7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autoRev="1" fill="remove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7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0" dur="29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1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15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Wajahat Ali SSTRL</dc:creator>
  <cp:lastModifiedBy>Wajahat Ali SSTRL</cp:lastModifiedBy>
  <cp:revision>22</cp:revision>
  <dcterms:created xsi:type="dcterms:W3CDTF">2026-09-27T12:05:01Z</dcterms:created>
  <dcterms:modified xsi:type="dcterms:W3CDTF">2026-09-28T20:21:08Z</dcterms:modified>
</cp:coreProperties>
</file>